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TPASS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glibc</c:v>
                </c:pt>
                <c:pt idx="1">
                  <c:v>RV musl</c:v>
                </c:pt>
                <c:pt idx="2">
                  <c:v>LA glibc</c:v>
                </c:pt>
                <c:pt idx="3">
                  <c:v>LA musl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</c:v>
                </c:pt>
                <c:pt idx="1">
                  <c:v>110</c:v>
                </c:pt>
                <c:pt idx="2">
                  <c:v>116</c:v>
                </c:pt>
                <c:pt idx="3">
                  <c:v>111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TFAIL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glibc</c:v>
                </c:pt>
                <c:pt idx="1">
                  <c:v>RV musl</c:v>
                </c:pt>
                <c:pt idx="2">
                  <c:v>LA glibc</c:v>
                </c:pt>
                <c:pt idx="3">
                  <c:v>LA musl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39</c:v>
                </c:pt>
                <c:pt idx="2">
                  <c:v>37</c:v>
                </c:pt>
                <c:pt idx="3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TBROK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glibc</c:v>
                </c:pt>
                <c:pt idx="1">
                  <c:v>RV musl</c:v>
                </c:pt>
                <c:pt idx="2">
                  <c:v>LA glibc</c:v>
                </c:pt>
                <c:pt idx="3">
                  <c:v>LA musl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24</c:v>
                </c:pt>
                <c:pt idx="2">
                  <c:v>21</c:v>
                </c:pt>
                <c:pt idx="3">
                  <c:v>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5669280" cy="347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全国大学生计算机系统能力大赛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70432"/>
            <a:ext cx="4754880" cy="7315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4000" b="1">
                <a:solidFill>
                  <a:srgbClr val="202124"/>
                </a:solidFill>
                <a:latin typeface="Arial"/>
              </a:defRPr>
            </a:pPr>
            <a:r>
              <a:rPr>
                <a:latin typeface="Microsoft YaHei"/>
              </a:rPr>
              <a:t>RespOS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1645920" cy="4572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6949440" cy="5029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6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初赛进展汇报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7132320" cy="3200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开发进度 · 功能完成度 · 后续优化计划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960120"/>
            <a:ext cx="37947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960120"/>
            <a:ext cx="68580" cy="4297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98664" y="1069848"/>
            <a:ext cx="3520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4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汇报关键词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8664" y="1399032"/>
            <a:ext cx="3520440" cy="38221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0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Rust 类 Unix 宏内核</a:t>
            </a:r>
            <a:br/>
            <a:r>
              <a:rPr>
                <a:latin typeface="Microsoft YaHei"/>
              </a:rPr>
              <a:t>RISC-V 64 / LoongArch 64</a:t>
            </a:r>
            <a:br/>
            <a:r>
              <a:rPr>
                <a:latin typeface="Microsoft YaHei"/>
              </a:rPr>
              <a:t>Linux ABI 兼容</a:t>
            </a:r>
            <a:br/>
            <a:r>
              <a:rPr>
                <a:latin typeface="Microsoft YaHei"/>
              </a:rPr>
              <a:t>Ext4 + VFS</a:t>
            </a:r>
            <a:br/>
            <a:r>
              <a:rPr>
                <a:latin typeface="Microsoft YaHei"/>
              </a:rPr>
              <a:t>LTP 驱动开发</a:t>
            </a:r>
            <a:br/>
            <a:r>
              <a:rPr>
                <a:latin typeface="Microsoft YaHei"/>
              </a:rPr>
              <a:t>smoltcp 回环网络</a:t>
            </a:r>
            <a:br/>
            <a:r>
              <a:rPr>
                <a:latin typeface="Microsoft YaHei"/>
              </a:rPr>
              <a:t>VirtIO block 设备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0760"/>
            <a:ext cx="6217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比特工匠队 · 山东大学（青岛） ·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汇报目录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25 页进展汇报，重点展开进度、完成度和优化路线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325880"/>
            <a:ext cx="68580" cy="530352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435607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01  项目定位与总体目标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481328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说明项目背景和初赛阶段关注点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67128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67128"/>
            <a:ext cx="68580" cy="530352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276856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02  开发进度与阶段产物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322576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按阶段解释功能推进路径和产出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68580" cy="530352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118104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03  核心模块功能完成度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163824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逐模块说明已完成主路径和边界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49624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49624"/>
            <a:ext cx="68580" cy="5303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959352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04  本地测试与当前问题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005072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用 LTP 报告说明验证方式和剩余风险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90872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690872"/>
            <a:ext cx="68580" cy="530352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800600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05  后续优化计划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给出下一阶段优先级和落地任务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项目定位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面向初赛测例和教学型内核演进的 Rust 类 Unix 宏内核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12801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不是只做 syscall 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初赛测例会穿透任务、内存、文件、信号、时间、网络和设备路径，因此目标是补齐用户程序运行链路。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12801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当前代码同时维护 RISC-V 64 与 LoongArch 64 路径，架构差异集中在 arch 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68580" cy="12801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测例驱动开发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以 busybox、libc 初始化流程和 LTP 输出作为功能闭环验证依据。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880360"/>
            <a:ext cx="10835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2880360"/>
            <a:ext cx="68580" cy="224028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" y="2990088"/>
            <a:ext cx="105613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阶段性目标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3319272"/>
            <a:ext cx="10561319" cy="1764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0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构建一个能稳定运行用户态负载、能通过日志定位问题、能继续围绕 Linux ABI 细节迭代的宏内核。当前重点已经从“能否启动和进入用户态”转向“复杂系统调用组合是否符合 Linux 行为、双架构是否一致、长测是否稳定”。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初赛阶段工作范围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围绕用户程序可运行性补齐基础设施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主要覆盖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进程与线程：fork/clone/execve/wait4/exit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虚拟内存：ELF、用户栈、auxv、mmap、brk、COW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文件系统：VFS、Ext4、procfs、devfs、fd 表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兼容接口：Linux errno、信号、时间、socket、IPC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设备与平台：VirtIO block、控制台、双架构页表和 trap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暂不作为重点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复杂调度策略和多核负载均衡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真实网卡驱动和完整网络协议覆盖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通用设备模型、热插拔和完整设备树解析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完整复刻 Linux 的全部 /proc、/sys 与 ioctl 语义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没有测例支撑且收益较低的大范围重构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仓库结构与阶段产物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代码、测试和文档分离维护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206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内核与用户态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os/ 内核主体</a:t>
            </a:r>
            <a:br/>
            <a:r>
              <a:rPr>
                <a:latin typeface="Microsoft YaHei"/>
              </a:rPr>
              <a:t>user/ 用户态库和测试程序</a:t>
            </a:r>
            <a:br/>
            <a:r>
              <a:rPr>
                <a:latin typeface="Microsoft YaHei"/>
              </a:rPr>
              <a:t>os/src/arch 双架构代码</a:t>
            </a:r>
            <a:br/>
            <a:r>
              <a:rPr>
                <a:latin typeface="Microsoft YaHei"/>
              </a:rPr>
              <a:t>os/src/syscall 系统调用分发</a:t>
            </a:r>
            <a:br/>
            <a:r>
              <a:rPr>
                <a:latin typeface="Microsoft YaHei"/>
              </a:rPr>
              <a:t>os/src/fs/mm/task/net 等核心模块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206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测试与日志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user/oscomp_ltp_list.txt</a:t>
            </a:r>
            <a:br/>
            <a:r>
              <a:rPr>
                <a:latin typeface="Microsoft YaHei"/>
              </a:rPr>
              <a:t>debug-rvoutput.txt</a:t>
            </a:r>
            <a:br/>
            <a:r>
              <a:rPr>
                <a:latin typeface="Microsoft YaHei"/>
              </a:rPr>
              <a:t>debug-laoutput.txt</a:t>
            </a:r>
            <a:br/>
            <a:r>
              <a:rPr>
                <a:latin typeface="Microsoft YaHei"/>
              </a:rPr>
              <a:t>rv-output.txt / la-output.txt</a:t>
            </a:r>
            <a:br/>
            <a:r>
              <a:rPr>
                <a:latin typeface="Microsoft YaHei"/>
              </a:rPr>
              <a:t>judge/local-report/</a:t>
            </a:r>
            <a:br/>
            <a:r>
              <a:rPr>
                <a:latin typeface="Microsoft YaHei"/>
              </a:rPr>
              <a:t>judge/local-compare/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2062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第三方与文档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vendor/lwext4_rust</a:t>
            </a:r>
            <a:br/>
            <a:r>
              <a:rPr>
                <a:latin typeface="Microsoft YaHei"/>
              </a:rPr>
              <a:t>vendor/smoltcp</a:t>
            </a:r>
            <a:br/>
            <a:r>
              <a:rPr>
                <a:latin typeface="Microsoft YaHei"/>
              </a:rPr>
              <a:t>vendor/riscv</a:t>
            </a:r>
            <a:br/>
            <a:r>
              <a:rPr>
                <a:latin typeface="Microsoft YaHei"/>
              </a:rPr>
              <a:t>docs/初赛文档/main.typ</a:t>
            </a:r>
            <a:br/>
            <a:r>
              <a:rPr>
                <a:latin typeface="Microsoft YaHei"/>
              </a:rPr>
              <a:t>初赛文档.pdf</a:t>
            </a:r>
            <a:br/>
            <a:r>
              <a:rPr>
                <a:latin typeface="Microsoft YaHei"/>
              </a:rPr>
              <a:t>进展汇报 PPT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开发进度时间线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从基础启动到可系统性跑测例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19202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417320"/>
            <a:ext cx="68580" cy="33832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527048"/>
            <a:ext cx="1645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启动与内存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56232"/>
            <a:ext cx="1645920" cy="2907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entry、trap、页表、堆和页帧分配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70048" y="2788920"/>
            <a:ext cx="384048" cy="201168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63240" y="1417320"/>
            <a:ext cx="19202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1417320"/>
            <a:ext cx="68580" cy="338328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9544" y="1527048"/>
            <a:ext cx="1645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进程文件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1856232"/>
            <a:ext cx="1645920" cy="2907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TCB、调度、fd、VFS、Ext4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10328" y="2788920"/>
            <a:ext cx="384048" cy="201168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0" y="1417320"/>
            <a:ext cx="19202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0" y="1417320"/>
            <a:ext cx="68580" cy="338328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9824" y="1527048"/>
            <a:ext cx="1645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兼容语义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1856232"/>
            <a:ext cx="1645920" cy="2907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mmap/COW、信号、IPC、时间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50608" y="2788920"/>
            <a:ext cx="384048" cy="201168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43800" y="1417320"/>
            <a:ext cx="19202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43800" y="1417320"/>
            <a:ext cx="68580" cy="338328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0104" y="1527048"/>
            <a:ext cx="1645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双架构扩展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0104" y="1856232"/>
            <a:ext cx="1645920" cy="2907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启动、页表、trap、设备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90888" y="2788920"/>
            <a:ext cx="384048" cy="201168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84080" y="1417320"/>
            <a:ext cx="19202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417320"/>
            <a:ext cx="68580" cy="3383280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0384" y="1527048"/>
            <a:ext cx="1645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回归整理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1856232"/>
            <a:ext cx="1645920" cy="2907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LTP 报告、失败分类、文档汇总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212080"/>
            <a:ext cx="106527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5212080"/>
            <a:ext cx="68580" cy="64008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5321808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当前判断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78440" cy="1645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核心功能主路径已经成形，后续开发更依赖高质量回归和对 Linux ABI 细节的持续收敛。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总体架构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宏内核结构，关键路径直接协作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234440"/>
            <a:ext cx="1005840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344168"/>
            <a:ext cx="182880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用户态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62456"/>
            <a:ext cx="768096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busybox / libc / LTP / shell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039112"/>
            <a:ext cx="10058400" cy="566928"/>
          </a:xfrm>
          <a:prstGeom prst="roundRect">
            <a:avLst/>
          </a:prstGeom>
          <a:solidFill>
            <a:srgbClr val="F1F5FF"/>
          </a:solidFill>
          <a:ln w="12700"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148840"/>
            <a:ext cx="182880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系统调用层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167128"/>
            <a:ext cx="768096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fs / process / mm / time / net / ipc / special_fd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2843784"/>
            <a:ext cx="1005840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2953512"/>
            <a:ext cx="182880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核心服务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971800"/>
            <a:ext cx="768096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task / mm / fs / signal / timer / net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648456"/>
            <a:ext cx="10058400" cy="56692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758184"/>
            <a:ext cx="182880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设备与 HAL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776472"/>
            <a:ext cx="768096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VirtIO block / devfs / arch / trap / timer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4453128"/>
            <a:ext cx="10058400" cy="566928"/>
          </a:xfrm>
          <a:prstGeom prst="roundRect">
            <a:avLst/>
          </a:prstGeom>
          <a:solidFill>
            <a:srgbClr val="FFF1F3"/>
          </a:solidFill>
          <a:ln w="12700">
            <a:solidFill>
              <a:srgbClr val="D2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4562856"/>
            <a:ext cx="182880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4581144"/>
            <a:ext cx="7680960" cy="22860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64 / LoongArch 64 / QEMU virt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486400"/>
            <a:ext cx="100584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1560" y="5486400"/>
            <a:ext cx="68580" cy="5943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7863" y="5596128"/>
            <a:ext cx="97840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设计取舍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7863" y="5925312"/>
            <a:ext cx="9784080" cy="1188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宏内核让复杂系统调用可以在一次内核入口中协调任务、地址空间、文件对象和信号状态，适合初赛阶段快速补齐 Linux ABI。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双架构硬件抽象层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同名模块 + 条件编译 + 统一 re-export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统一接口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arch/mod.rs 根据 target_arch 导出 rv64 或 loongarch64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上层共享 read_mmu_token/write_mmu_token/sfence/timer/trap/mm/task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MemorySet 调用同名 PageTable 接口，不感知底层 PTE 编码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中断守卫、任务切换和 timer 接口对上层保持同名语义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架构差异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使用 satp、sfence.vma、sret、SBI legacy console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使用 PGDL/PGDH、TLB refill、ertn、UART MMIO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启动阶段依赖 DMW，再切换到高地址页表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两套 TrapContext 的寄存器编号和 syscall 参数位置不同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启动与 trap 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用户态和内核态切换是所有系统调用的共同边界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74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1920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启动路径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4800600" cy="1444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在汇编入口建立 boot_pagetable 并写 satp；LoongArch 先使用 DMW 直映运行，随后构造临时页表并跳到高半区。进入 rust_main_high 后，trap、mm、net、initproc 和 timer 初始化顺序重新汇合。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074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8580" cy="1920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trap 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673352"/>
            <a:ext cx="4800600" cy="1444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入口汇编保存 TrapContext，Rust trap_handler 分发系统调用、页错误和时钟中断，返回前检查定时器和待处理信号，再由 __restore/sret 或 ertn 回到用户态。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49039"/>
            <a:ext cx="1014984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895344"/>
            <a:ext cx="9820656" cy="795527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50" b="0">
                <a:solidFill>
                  <a:srgbClr val="475467"/>
                </a:solidFill>
                <a:latin typeface="Cascadia Mono"/>
              </a:defRPr>
            </a:pPr>
            <a:r>
              <a:rPr>
                <a:latin typeface="Microsoft YaHei"/>
              </a:rPr>
              <a:t>用户程序 -&gt; ecall / exception -&gt; TrapContext -&gt; syscall(id,args)</a:t>
            </a:r>
            <a:br/>
            <a:r>
              <a:rPr>
                <a:latin typeface="Microsoft YaHei"/>
              </a:rPr>
              <a:t>          -&gt; 文件/任务/内存/网络等模块 -&gt; signal/timer check -&gt; __restore -&gt; 用户态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进程与线程管理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调度单位是任务，用户可见语义接近 Linux 线程组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已完成主路径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TaskControlBlock 保存执行上下文、地址空间、fd 表、信号状态和父子关系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ThreadGroup 区分 TID 与 TGID，支持 gettid/getpid 语义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fork/clone 复制或共享资源，execve 重建用户地址空间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wait4 观察子进程退出状态，退出后保留必要僵尸元数据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当前边界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调度策略仍为 FIFO，优先保证语义清晰和状态转换稳定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线程组退出、clear_child_tid、robust list 和 futex 交互仍需持续长测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高并发短进程场景需要继续观察资源回收和页表页复用问题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调度、阻塞与生命周期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稳定性重点在状态转换，而不是复杂调度策略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290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42062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调度队列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315468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ready_queue 维护可运行任务；任务主动 yield、阻塞或被时钟中断抢占后返回调度器；__switch 只切换内核上下文。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4206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阻塞唤醒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pipe、futex、socket、timerfd 和 nanosleep 等路径通过等待条件反复检查，避免丢失唤醒和错误返回。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234440"/>
            <a:ext cx="34290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68580" cy="4206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退出回收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1673352"/>
            <a:ext cx="315468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进程退出不立即释放所有用户可见状态；父进程 wait4 后才完成观察和回收，线程退出还要配合 futex。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内存管理完成度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MemorySet 是 exec/fork/mmap/page fault 的共同基础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420624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ELF 装载与用户栈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08760"/>
            <a:ext cx="4206240" cy="146304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508760"/>
            <a:ext cx="3533241" cy="146304"/>
          </a:xfrm>
          <a:prstGeom prst="round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426464"/>
            <a:ext cx="502920" cy="2194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1">
                <a:solidFill>
                  <a:srgbClr val="129675"/>
                </a:solidFill>
                <a:latin typeface="Microsoft YaHei"/>
              </a:defRPr>
            </a:pPr>
            <a:r>
              <a:rPr>
                <a:latin typeface="Microsoft YaHei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709928"/>
            <a:ext cx="461772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解析 PT_LOAD、构造 argc/argv/envp/auxv 和用户栈。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420624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mmap / munmap / mprotect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606039"/>
            <a:ext cx="4206240" cy="146304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606039"/>
            <a:ext cx="3196742" cy="146304"/>
          </a:xfrm>
          <a:prstGeom prst="round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523744"/>
            <a:ext cx="502920" cy="2194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1">
                <a:solidFill>
                  <a:srgbClr val="2D64E6"/>
                </a:solidFill>
                <a:latin typeface="Microsoft YaHei"/>
              </a:defRPr>
            </a:pPr>
            <a:r>
              <a:rPr>
                <a:latin typeface="Microsoft YaHe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461772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支持匿名、文件映射、权限修改和重叠区域裁剪。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29000"/>
            <a:ext cx="420624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COW 与 lazy fault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703320"/>
            <a:ext cx="4206240" cy="146304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703320"/>
            <a:ext cx="3112617" cy="146304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621024"/>
            <a:ext cx="502920" cy="2194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1">
                <a:solidFill>
                  <a:srgbClr val="F58220"/>
                </a:solidFill>
                <a:latin typeface="Microsoft YaHei"/>
              </a:defRPr>
            </a:pPr>
            <a:r>
              <a:rPr>
                <a:latin typeface="Microsoft YaHei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04487"/>
            <a:ext cx="461772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fork 和懒分配主路径可用，组合边界仍需长测。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26280"/>
            <a:ext cx="420624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双架构页表后端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800600"/>
            <a:ext cx="4206240" cy="146304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4800600"/>
            <a:ext cx="3280867" cy="146304"/>
          </a:xfrm>
          <a:prstGeom prst="round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718304"/>
            <a:ext cx="502920" cy="2194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1">
                <a:solidFill>
                  <a:srgbClr val="704CB6"/>
                </a:solidFill>
                <a:latin typeface="Microsoft YaHei"/>
              </a:defRPr>
            </a:pPr>
            <a:r>
              <a:rPr>
                <a:latin typeface="Microsoft YaHei"/>
              </a:rPr>
              <a:t>78%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01768"/>
            <a:ext cx="461772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RISC-V Sv39 与 LoongArch LA64 后端共享接口。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1234440"/>
            <a:ext cx="52120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0" y="1234440"/>
            <a:ext cx="68580" cy="4343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1344" y="1344168"/>
            <a:ext cx="49377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关键工程点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1673352"/>
            <a:ext cx="4937760" cy="386791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0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用户地址访问前需要检查 VMA 权限，并在必要时主动处理 lazy fault 或 COW。LoongArch 当前还有页表页延迟回收和 mmap 地址对齐策略，用来规避短进程密集退出和硬件页表行为差异。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文件系统模块完成度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VFS 抽象支撑常规文件、目录、procfs 和 devfs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VFS 与后端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inode/dentry/file/superblock 抽象统一常规文件和特殊文件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Ext4 通过 lwext4_rust 和 Disk 适配层接入块设备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procfs 动态生成 cpuinfo、mounts、meminfo、status 等兼容入口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devfs 暴露 null、zero、random、misc/rtc、loop-control、loop0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需要继续强化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路径解析中的权限、软链接、AT_* 标志和错误码细节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page cache 与 dentry cache 在目录修改和写回路径中的一致性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xattr、mount、rename/link/unlink 等复杂边界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长测下 Ext4 写入、truncate 和目录项更新稳定性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系统调用与 fd 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参数检查和错误码映射是通过率的关键细节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68580" cy="4434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系统调用入口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syscall 层负责从 TrapContext 取 syscall id 和参数，完成用户指针复制、结构体转换、fd 校验、flag 解析和 errno 映射。文件、网络、时间等接口都尽量把 ABI 细节收敛在 syscall 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68580" cy="44348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fd 资源模型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fd 表把用户态整数句柄映射到 FileOp 对象，普通文件、目录、pipe、socket、timerfd、stdin/stdout/devfs 文件都可以进入统一 read/write/poll/close 路径。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信号处理模块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系统调用返回、缺页修复和定时器触发后统一检查信号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42519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信号状态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每个任务维护 pending、mask、handler/action 等状态，支持默认、忽略和用户自定义处理。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42519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递送路径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返回用户态前检查未屏蔽信号；若需要用户 handler，内核构造用户栈帧并修改 TrapContext。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68580" cy="42519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返回路径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用户 handler 结束后通过 sigreturn 跳板回到内核，恢复原上下文和信号屏蔽状态。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IPC 与同步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围绕 shell、pthread 和 LTP 同步测例补齐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已覆盖能力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pipe/FIFO 支持读写端引用计数、阻塞和 poll 状态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futex 支持 wait/wake，服务 pthread 条件变量和线程同步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部分 SysV IPC 支持 shmget/shmat/shmctl 等共享内存路径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robust list 与 clear_child_tid 用于线程退出后的用户态同步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后续重点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futex 复杂 op、超时、信号中断和竞争窗口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SysV IPC 权限、标志、生命周期和错误码细节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pipe/splice/sendfile 等 I/O 组合路径的边界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多线程密集退出和等待路径下的偶发状态残留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时间模块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多尺度时钟支撑 libc 时间接口和超时等待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206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基础时间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gettimeofday</a:t>
            </a:r>
            <a:br/>
            <a:r>
              <a:rPr>
                <a:latin typeface="Microsoft YaHei"/>
              </a:rPr>
              <a:t>clock_gettime</a:t>
            </a:r>
            <a:br/>
            <a:r>
              <a:rPr>
                <a:latin typeface="Microsoft YaHei"/>
              </a:rPr>
              <a:t>time / times</a:t>
            </a:r>
            <a:br/>
            <a:r>
              <a:rPr>
                <a:latin typeface="Microsoft YaHei"/>
              </a:rPr>
              <a:t>statx timestamp</a:t>
            </a:r>
            <a:br/>
            <a:r>
              <a:rPr>
                <a:latin typeface="Microsoft YaHei"/>
              </a:rPr>
              <a:t>硬件 tick 换算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206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睡眠与超时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nanosleep</a:t>
            </a:r>
            <a:br/>
            <a:r>
              <a:rPr>
                <a:latin typeface="Microsoft YaHei"/>
              </a:rPr>
              <a:t>clock_nanosleep</a:t>
            </a:r>
            <a:br/>
            <a:r>
              <a:rPr>
                <a:latin typeface="Microsoft YaHei"/>
              </a:rPr>
              <a:t>socket recv/send timeout</a:t>
            </a:r>
            <a:br/>
            <a:r>
              <a:rPr>
                <a:latin typeface="Microsoft YaHei"/>
              </a:rPr>
              <a:t>futex timeout</a:t>
            </a:r>
            <a:br/>
            <a:r>
              <a:rPr>
                <a:latin typeface="Microsoft YaHei"/>
              </a:rPr>
              <a:t>阻塞等待中的 timer check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20624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定时器接口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alarm</a:t>
            </a:r>
            <a:br/>
            <a:r>
              <a:rPr>
                <a:latin typeface="Microsoft YaHei"/>
              </a:rPr>
              <a:t>setitimer/getitimer</a:t>
            </a:r>
            <a:br/>
            <a:r>
              <a:rPr>
                <a:latin typeface="Microsoft YaHei"/>
              </a:rPr>
              <a:t>POSIX timer</a:t>
            </a:r>
            <a:br/>
            <a:r>
              <a:rPr>
                <a:latin typeface="Microsoft YaHei"/>
              </a:rPr>
              <a:t>timerfd_create</a:t>
            </a:r>
            <a:br/>
            <a:r>
              <a:rPr>
                <a:latin typeface="Microsoft YaHei"/>
              </a:rPr>
              <a:t>timerfd_settime/read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网络模块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当前重点是 IPv4 本地回环和 socket ABI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68580" cy="443484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完成内容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socket() 解析 AF_INET/AF_UNIX、SOCK_STREAM/SOCK_DGRAM 和 NONBLOCK/CLOEXEC；TCP/UDP 通过 smoltcp SocketSet 推进状态机；LoopbackDev 把发送包放入队列并在下一次 poll 作为接收包返回。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68580" cy="4434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兼容边界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支持 bind/connect/listen/accept/sendto/recvfrom/sendmsg/recvmsg 的主路径和常见 socket option。当前不接入真实网卡，IPv6/raw socket 等按语义返回不支持错误码。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设备与块 I/O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VirtIO block 支撑 Ext4，devfs 支撑用户态兼容入口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块设备路径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使用 VirtIO MMIO transport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通过 PCI 扫描找到 virtio-blk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VirtIoHalImpl 管理 DMA 页帧和虚实地址转换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Disk 适配层把连续读写转换为块读写，供 lwext4 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设备文件路径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/dev/null、/dev/zero、/dev/random、/dev/urandom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/dev/misc/rtc 当前作为 RTC 兼容 stub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/dev/loop-control 查询可用 loop 设备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/dev/loop0 通过 ioctl 绑定普通文件作为块设备后端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测试方法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从单次运行转为报告化、可对比的回归流程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38912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测试输入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user/oscomp_ltp_list.txt</a:t>
            </a:r>
            <a:br/>
            <a:r>
              <a:rPr>
                <a:latin typeface="Microsoft YaHei"/>
              </a:rPr>
              <a:t>分阶段测例列表</a:t>
            </a:r>
            <a:br/>
            <a:r>
              <a:rPr>
                <a:latin typeface="Microsoft YaHei"/>
              </a:rPr>
              <a:t>跳过原因说明</a:t>
            </a:r>
            <a:br/>
            <a:r>
              <a:rPr>
                <a:latin typeface="Microsoft YaHei"/>
              </a:rPr>
              <a:t>glibc/musl 组合</a:t>
            </a:r>
            <a:br/>
            <a:r>
              <a:rPr>
                <a:latin typeface="Microsoft YaHei"/>
              </a:rPr>
              <a:t>RISC-V/LoongArch 平台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38912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日志产物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debug-rvoutput.txt</a:t>
            </a:r>
            <a:br/>
            <a:r>
              <a:rPr>
                <a:latin typeface="Microsoft YaHei"/>
              </a:rPr>
              <a:t>debug-laoutput.txt</a:t>
            </a:r>
            <a:br/>
            <a:r>
              <a:rPr>
                <a:latin typeface="Microsoft YaHei"/>
              </a:rPr>
              <a:t>rv-output.txt</a:t>
            </a:r>
            <a:br/>
            <a:r>
              <a:rPr>
                <a:latin typeface="Microsoft YaHei"/>
              </a:rPr>
              <a:t>la-output.txt</a:t>
            </a:r>
            <a:br/>
            <a:r>
              <a:rPr>
                <a:latin typeface="Microsoft YaHei"/>
              </a:rPr>
              <a:t>串口输出和测试返回码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38912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分析脚本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judge/local-report/</a:t>
            </a:r>
            <a:br/>
            <a:r>
              <a:rPr>
                <a:latin typeface="Microsoft YaHei"/>
              </a:rPr>
              <a:t>judge/local-compare/</a:t>
            </a:r>
            <a:br/>
            <a:r>
              <a:rPr>
                <a:latin typeface="Microsoft YaHei"/>
              </a:rPr>
              <a:t>baseline 对比</a:t>
            </a:r>
            <a:br/>
            <a:r>
              <a:rPr>
                <a:latin typeface="Microsoft YaHei"/>
              </a:rPr>
              <a:t>按 case 汇总 TPASS/TFAIL</a:t>
            </a:r>
            <a:br/>
            <a:r>
              <a:rPr>
                <a:latin typeface="Microsoft YaHei"/>
              </a:rPr>
              <a:t>支持失败分类和收益评估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本地 LTP 阶段性统计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报告来自 judge/local-report/*ltp*.csv 的 TOTAL 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280160"/>
          <a:ext cx="640080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452360" y="1325880"/>
            <a:ext cx="3931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325880"/>
            <a:ext cx="68580" cy="1005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98664" y="1435607"/>
            <a:ext cx="3657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统计口径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8664" y="1764792"/>
            <a:ext cx="3657600" cy="530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TPASS/TFAIL/TBROK 取各 CSV 的 TOTAL 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2606040"/>
            <a:ext cx="3931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2606040"/>
            <a:ext cx="68580" cy="10058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98664" y="2715768"/>
            <a:ext cx="3657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解读方式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98664" y="3044952"/>
            <a:ext cx="3657600" cy="530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用于观察阶段性回归，不等同最终比赛排名。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3886200"/>
            <a:ext cx="3931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3886200"/>
            <a:ext cx="68580" cy="100584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98664" y="3995928"/>
            <a:ext cx="3657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下一步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4" y="4325112"/>
            <a:ext cx="3657600" cy="530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结合失败日志继续按模块归因，优先修复高收益测例。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当前问题与边界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剩余工作主要是 Linux ABI 细节和稳定性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143000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143000"/>
            <a:ext cx="68580" cy="621792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252728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文件系统细节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581912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openat、link/rename/unlink、xattr、mount、软链接、权限和路径错误码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20824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020824"/>
            <a:ext cx="68580" cy="621792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130552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内存进程组合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459736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fork/clone/execve/exit/wait4 与 COW、mmap、futex 的组合场景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898648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898648"/>
            <a:ext cx="68580" cy="6217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008376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网络 socket 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337560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非阻塞、poll 状态、option 查询、对端关闭和错误码映射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76472"/>
            <a:ext cx="68580" cy="621792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886200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双架构一致性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215383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TLB refill、页表页回收、时钟频率和用户 ABI 差异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54296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654296"/>
            <a:ext cx="68580" cy="621792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764024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测试基础设施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093208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失败分类、耗时统计、baseline 对比和关键日志保留还需要固定流程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后续优化计划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按优先级推进稳定性、兼容性和可验证性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143000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143000"/>
            <a:ext cx="68580" cy="621792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252728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P0 失败测例归因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581912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把失败按 syscall、模块、libc 差异、超时/跳过原因分类，建立固定回归表。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20824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020824"/>
            <a:ext cx="68580" cy="621792"/>
          </a:xfrm>
          <a:prstGeom prst="rect">
            <a:avLst/>
          </a:prstGeom>
          <a:solidFill>
            <a:srgbClr val="B0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130552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P0 ABI 边界修复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459736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集中处理错误码、权限、flag、特殊路径、阻塞/非阻塞和 poll 状态。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898648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898648"/>
            <a:ext cx="68580" cy="621792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008376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P1 文件系统和内存稳定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337560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加强 cache 一致性、Ext4 写回、mmap/COW/fork/exit 组合测试。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76472"/>
            <a:ext cx="68580" cy="621792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886200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P1 双架构对照回归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215383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与 LoongArch 同步验证 trap、时钟、页表、设备和用户 ABI。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54296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654296"/>
            <a:ext cx="68580" cy="6217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764024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P2 网络与设备扩展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093208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评估 VirtIO-net，完善 tty/random/rtc/loop 等设备文件语义。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近期里程碑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把优化计划落到可执行任务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438912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短期：测例收敛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320040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整理当前失败列表</a:t>
            </a:r>
            <a:br/>
            <a:r>
              <a:rPr>
                <a:latin typeface="Microsoft YaHei"/>
              </a:rPr>
              <a:t>优先修复高频 errno/flag 问题</a:t>
            </a:r>
            <a:br/>
            <a:r>
              <a:rPr>
                <a:latin typeface="Microsoft YaHei"/>
              </a:rPr>
              <a:t>补充关键日志和复现命令</a:t>
            </a:r>
            <a:br/>
            <a:r>
              <a:rPr>
                <a:latin typeface="Microsoft YaHei"/>
              </a:rPr>
              <a:t>稳定四组合本地报告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3444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68580" cy="438912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中期：路径加固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1673352"/>
            <a:ext cx="320040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文件系统写回和目录操作</a:t>
            </a:r>
            <a:br/>
            <a:r>
              <a:rPr>
                <a:latin typeface="Microsoft YaHei"/>
              </a:rPr>
              <a:t>COW/mmap/fork 组合</a:t>
            </a:r>
            <a:br/>
            <a:r>
              <a:rPr>
                <a:latin typeface="Microsoft YaHei"/>
              </a:rPr>
              <a:t>futex/robust list 边界</a:t>
            </a:r>
            <a:br/>
            <a:r>
              <a:rPr>
                <a:latin typeface="Microsoft YaHei"/>
              </a:rPr>
              <a:t>socket 非阻塞与 poll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23444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234440"/>
            <a:ext cx="68580" cy="438912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长期：能力扩展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1673352"/>
            <a:ext cx="3200400" cy="39136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真实网卡或 VirtIO-net</a:t>
            </a:r>
            <a:br/>
            <a:r>
              <a:rPr>
                <a:latin typeface="Microsoft YaHei"/>
              </a:rPr>
              <a:t>更完整设备文件</a:t>
            </a:r>
            <a:br/>
            <a:r>
              <a:rPr>
                <a:latin typeface="Microsoft YaHei"/>
              </a:rPr>
              <a:t>更系统的双架构 CI</a:t>
            </a:r>
            <a:br/>
            <a:r>
              <a:rPr>
                <a:latin typeface="Microsoft YaHei"/>
              </a:rPr>
              <a:t>文档与测试同步维护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RespOS 已进入“主路径成形、细节收敛”的阶段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10607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68580" cy="9144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344168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当前成果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673352"/>
            <a:ext cx="10332719" cy="43891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双架构宏内核主体已经具备用户态程序运行所需的任务、内存、文件、信号、IPC、时间、网络和设备主路径。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423160"/>
            <a:ext cx="10607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423160"/>
            <a:ext cx="68580" cy="9144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532888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当前重点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862072"/>
            <a:ext cx="10332719" cy="43891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用本地 LTP 报告驱动失败分类和模块修复，持续压缩 Linux ABI 差异和长测不稳定点。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611880"/>
            <a:ext cx="106070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11880"/>
            <a:ext cx="68580" cy="91440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721608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后续方向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4050791"/>
            <a:ext cx="10332719" cy="43891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稳定性优先于大范围扩展；先固定回归流程和高收益修复，再扩展网络设备、设备文件和更完整兼容语义。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15000"/>
            <a:ext cx="1060704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ctr">
              <a:defRPr sz="2400" b="1">
                <a:solidFill>
                  <a:srgbClr val="8B1A2B"/>
                </a:solidFill>
                <a:latin typeface="Microsoft YaHei"/>
              </a:defRPr>
            </a:pPr>
            <a:r>
              <a:rPr>
                <a:latin typeface="Microsoft YaHei"/>
              </a:rPr>
              <a:t>谢谢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